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hivo Black" charset="1" panose="020B0A03020202020B04"/>
      <p:regular r:id="rId16"/>
    </p:embeddedFon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Garet Light" charset="1" panose="00000000000000000000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Sistem za upravljanje sportskim klubovima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IME PREDMETA: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Metodologija i razvoj softvera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206070" y="8677224"/>
            <a:ext cx="3366096" cy="525882"/>
            <a:chOff x="0" y="0"/>
            <a:chExt cx="4488128" cy="70117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4488128" cy="315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>
                  <a:solidFill>
                    <a:srgbClr val="2B2B2B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PRIPREMILA: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85369"/>
              <a:ext cx="4488128" cy="315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2B2B2B"/>
                  </a:solidFill>
                  <a:latin typeface="Garet"/>
                  <a:ea typeface="Garet"/>
                  <a:cs typeface="Garet"/>
                  <a:sym typeface="Garet"/>
                </a:rPr>
                <a:t>Anja Bokur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760892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PREZENTOVANO PRED: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60892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Aleksandra Samardžić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8701" y="990600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Univerzitet Singidunum |   28/11/2025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88760" y="954405"/>
            <a:ext cx="517054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Ova prezentacija predstavlja rad u toku. Projekat je u izradi i biće dopunjen odgovarajućim sadržajem.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750642" y="982048"/>
            <a:ext cx="338117" cy="338117"/>
          </a:xfrm>
          <a:custGeom>
            <a:avLst/>
            <a:gdLst/>
            <a:ahLst/>
            <a:cxnLst/>
            <a:rect r="r" b="b" t="t" l="l"/>
            <a:pathLst>
              <a:path h="338117" w="338117">
                <a:moveTo>
                  <a:pt x="0" y="0"/>
                </a:moveTo>
                <a:lnTo>
                  <a:pt x="338118" y="0"/>
                </a:lnTo>
                <a:lnTo>
                  <a:pt x="338118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11748" y="3950633"/>
            <a:ext cx="14547552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PROJEKAT CENTAR KONTROLE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99594" y="1814513"/>
          <a:ext cx="6511183" cy="6575425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15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Tim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Uvod u projekat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Use case dijagram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Use case dijagram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Dijagram klasa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Dijagram klasa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7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Arhitektura sistema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Završetak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50509" y="2938298"/>
            <a:ext cx="3261144" cy="3261144"/>
            <a:chOff x="0" y="0"/>
            <a:chExt cx="8790178" cy="8790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3"/>
              <a:stretch>
                <a:fillRect l="0" t="-21631" r="0" b="-11863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425788" y="2938298"/>
            <a:ext cx="3261144" cy="3261144"/>
            <a:chOff x="0" y="0"/>
            <a:chExt cx="8790178" cy="8790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0" t="-2625" r="0" b="-2124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601067" y="2938298"/>
            <a:ext cx="3261144" cy="3261144"/>
            <a:chOff x="0" y="0"/>
            <a:chExt cx="8790178" cy="8790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-16662" t="0" r="-22234" b="-2071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776346" y="2938298"/>
            <a:ext cx="3261144" cy="3261144"/>
            <a:chOff x="0" y="0"/>
            <a:chExt cx="8790178" cy="8790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0" t="-34228" r="0" b="-67236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568735" y="7658855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44014" y="7658855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19293" y="7658855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94572" y="7658855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42303" y="1123950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Naš tim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5229" y="6547601"/>
            <a:ext cx="393170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Anja Bokur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68721" y="6547601"/>
            <a:ext cx="4175279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Ognjen Nakomčić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74347" y="6547601"/>
            <a:ext cx="411458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Selena Galmočan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80106" y="6547601"/>
            <a:ext cx="405362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Strahinja Ris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3275" t="0" r="3275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241138" y="3953281"/>
            <a:ext cx="3828934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Cilj projekta je razvoj softverskog sistema koji omogućava efikasno upravljanje sportskim klubom. Sistem obuhvata ključne funkcionalnosti koje olakšavaju organizaciju, praćenje i administraciju rada kluba.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138" y="2120313"/>
            <a:ext cx="530229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Pregled projekta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484937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258886" y="1742820"/>
            <a:ext cx="5029114" cy="1324610"/>
            <a:chOff x="0" y="0"/>
            <a:chExt cx="6705485" cy="176614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85201" y="386080"/>
              <a:ext cx="4509906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vođenje podataka o igračima, trenerima i timovima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Evidencija članova kluba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58886" y="3762755"/>
            <a:ext cx="5029114" cy="972185"/>
            <a:chOff x="0" y="0"/>
            <a:chExt cx="6705485" cy="12962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985201" y="386080"/>
              <a:ext cx="4509906" cy="91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evidencija održanih treninga i prisustva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Planiranje i praćenje treninga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58886" y="5429674"/>
            <a:ext cx="5029114" cy="1324610"/>
            <a:chOff x="0" y="0"/>
            <a:chExt cx="6705485" cy="176614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985201" y="386080"/>
              <a:ext cx="4509906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pregled individualne i timske statistike, generisanje izveštaja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Statistika i izveštaji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58886" y="7646999"/>
            <a:ext cx="5029114" cy="1324610"/>
            <a:chOff x="0" y="0"/>
            <a:chExt cx="6705485" cy="176614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985201" y="386080"/>
              <a:ext cx="4509906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pregled uplata, evidencija dugovanja i finansijski uvid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Članarine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64690" y="8540750"/>
            <a:ext cx="476439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Funkcionalnosti su prilagođene različitim korisnicima sistema: igračima, trenerima, upravi kluba i analitičarima.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3537304" cy="10287000"/>
            <a:chOff x="0" y="0"/>
            <a:chExt cx="1804973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6447" t="0" r="0" b="0"/>
            <a:stretch>
              <a:fillRect/>
            </a:stretch>
          </p:blipFill>
          <p:spPr>
            <a:xfrm flipH="false" flipV="false">
              <a:off x="0" y="0"/>
              <a:ext cx="1804973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3870424" y="4703879"/>
            <a:ext cx="4196651" cy="455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8"/>
              </a:lnSpc>
            </a:pPr>
            <a:r>
              <a:rPr lang="en-US" sz="219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Dijagram slučajeva korišćenja prikazuje glavne funkcionalnosti sistema i aktere koji ih koriste. U sistemu učestvuju četiri registrovana aktera: Igrač, Trener, Analitičar i Uprava kluba. Dijagram jasno prikazuje raspodjelu odgovornosti i međusobnu povezanost funkcionalnosti unutar sistema.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64779" y="1467684"/>
            <a:ext cx="5302296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Dijagram slučajeva korišćenja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484937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484937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227399"/>
            <a:ext cx="8115300" cy="1895475"/>
            <a:chOff x="0" y="0"/>
            <a:chExt cx="10820400" cy="25273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589783" y="583777"/>
              <a:ext cx="9230617" cy="194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pristup individualnom profilu, napretku i informacijama o članarini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83777"/>
              <a:ext cx="1006217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523368" y="-57150"/>
              <a:ext cx="9297032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Igrač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140720"/>
            <a:ext cx="8115300" cy="1895475"/>
            <a:chOff x="0" y="0"/>
            <a:chExt cx="10820400" cy="25273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494491" y="583777"/>
              <a:ext cx="9325909" cy="194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planiranje treninga, evidencija prisustva, unos statistike i evidencija povreda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83777"/>
              <a:ext cx="945904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2056" y="-57150"/>
              <a:ext cx="873976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Trener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727459"/>
            <a:ext cx="7717052" cy="1407651"/>
            <a:chOff x="0" y="0"/>
            <a:chExt cx="10289402" cy="187686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511766" y="593744"/>
              <a:ext cx="6920339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pregled izvještaja i analitičkih podataka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93744"/>
              <a:ext cx="956838" cy="674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6"/>
                </a:lnSpc>
              </a:pPr>
              <a:r>
                <a:rPr lang="en-US" b="true" sz="306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48610" y="-66675"/>
              <a:ext cx="8840792" cy="717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11"/>
                </a:lnSpc>
              </a:pPr>
              <a:r>
                <a:rPr lang="en-US" b="true" sz="3222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Analitičar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39947" y="1008006"/>
            <a:ext cx="7019353" cy="2334260"/>
            <a:chOff x="0" y="0"/>
            <a:chExt cx="9359137" cy="311234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245850" y="508423"/>
              <a:ext cx="8113287" cy="260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upravljanje igračima, timovima, korisnicima, ulogama i uvid u uplate članarina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08423"/>
              <a:ext cx="822911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245850" y="-57150"/>
              <a:ext cx="7603357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Uprava kluba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39947" y="4224020"/>
            <a:ext cx="6369149" cy="1838960"/>
            <a:chOff x="0" y="0"/>
            <a:chExt cx="8492199" cy="245194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195588" y="508423"/>
              <a:ext cx="7244486" cy="194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zajedničko obavještavanje svih korisnika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08423"/>
              <a:ext cx="78971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95588" y="-57150"/>
              <a:ext cx="7296611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Notifikacioni servis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5258" y="7419340"/>
            <a:ext cx="7254042" cy="1838960"/>
            <a:chOff x="0" y="0"/>
            <a:chExt cx="9672056" cy="245194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335884" y="508423"/>
              <a:ext cx="8336172" cy="194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korišćene za prikaz zajedničkog ponašanja bez ponavljanja logike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151977"/>
              <a:ext cx="845517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06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280076" y="-57150"/>
              <a:ext cx="781223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Include relacije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91485" y="0"/>
            <a:ext cx="14696515" cy="10287000"/>
            <a:chOff x="0" y="0"/>
            <a:chExt cx="19595353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57" t="0" r="257" b="0"/>
            <a:stretch>
              <a:fillRect/>
            </a:stretch>
          </p:blipFill>
          <p:spPr>
            <a:xfrm flipH="false" flipV="false">
              <a:off x="0" y="0"/>
              <a:ext cx="19595353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47242" y="4003825"/>
            <a:ext cx="3096886" cy="493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sz="219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Dijagram klasa predstavlja djelimični domen-model sistema i prikazuje ključne entitete, njihove atribute i međusobne odnose. Srce modela je klasa Korisnik, dok ostale klase opisuju strukturu i funkcionisanje sportskog kluba.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242" y="1991886"/>
            <a:ext cx="530229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Dijagram</a:t>
            </a:r>
          </a:p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klasa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9614" y="66294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484937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691630"/>
            <a:ext cx="8115300" cy="3115945"/>
            <a:chOff x="0" y="0"/>
            <a:chExt cx="10820400" cy="41545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589783" y="583777"/>
              <a:ext cx="9230617" cy="357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Korisnik sadrži osnovne podatke i operacije prijave/odjave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Članarina opisuje period i iznos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plata bilježi datum, iznos i način plaćanja</a:t>
              </a:r>
            </a:p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83777"/>
              <a:ext cx="1006217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523368" y="-57150"/>
              <a:ext cx="9297032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Korisnici i članarine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700462"/>
            <a:ext cx="8115300" cy="2886075"/>
            <a:chOff x="0" y="0"/>
            <a:chExt cx="10820400" cy="38481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494491" y="583777"/>
              <a:ext cx="9325909" cy="3264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Klub povezan sa više timova; sport je modelovan enumeracijom Sport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im pripada jednoj sezoni i ima uzrast (enumeracija Uzrast)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Se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zona može sadržati više timova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83777"/>
              <a:ext cx="945904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432056" y="-57150"/>
              <a:ext cx="873976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Struktura kluba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775507"/>
            <a:ext cx="9347597" cy="3123421"/>
            <a:chOff x="0" y="0"/>
            <a:chExt cx="12463463" cy="41645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511766" y="593744"/>
              <a:ext cx="10951697" cy="357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Igrač pripada jednom timu; može imati više povreda 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rening opisuje termin treninga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risustvo je asocijativna klasa između Trening i Igrač</a:t>
              </a:r>
            </a:p>
            <a:p>
              <a:pPr algn="l">
                <a:lnSpc>
                  <a:spcPts val="168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93744"/>
              <a:ext cx="956838" cy="674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296"/>
                </a:lnSpc>
              </a:pPr>
              <a:r>
                <a:rPr lang="en-US" b="true" sz="306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48610" y="-66675"/>
              <a:ext cx="8840792" cy="717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11"/>
                </a:lnSpc>
              </a:pPr>
              <a:r>
                <a:rPr lang="en-US" b="true" sz="3222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Igrači, povrede i treninzi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90151" y="1028700"/>
            <a:ext cx="7019353" cy="3820160"/>
            <a:chOff x="0" y="0"/>
            <a:chExt cx="9359137" cy="509354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245850" y="508423"/>
              <a:ext cx="8113287" cy="4585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Trener vodi treninge i utakmice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takmica čuva termin odigravanja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tatistikaIgraca vezana za utakmicu i igrača — bilježi poene i asistencije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08423"/>
              <a:ext cx="822911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245850" y="-57150"/>
              <a:ext cx="7603357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Trener, utakmice i statistika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90151" y="5569729"/>
            <a:ext cx="7019353" cy="3820160"/>
            <a:chOff x="0" y="0"/>
            <a:chExt cx="9359137" cy="509354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195588" y="508423"/>
              <a:ext cx="8163549" cy="4585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jedan tim ima više igrača i treninga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grač pripada jednom timu u sezoni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rening ima više prisustava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Je</a:t>
              </a: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dna članarina može imati više uplata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08423"/>
              <a:ext cx="78971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95588" y="-57150"/>
              <a:ext cx="7296611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Multipliciteti (logika odnosa)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64031" y="0"/>
            <a:ext cx="5759938" cy="10287000"/>
            <a:chOff x="0" y="0"/>
            <a:chExt cx="7679918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3394" t="9131" r="5452" b="0"/>
            <a:stretch>
              <a:fillRect/>
            </a:stretch>
          </p:blipFill>
          <p:spPr>
            <a:xfrm flipH="false" flipV="false">
              <a:off x="0" y="0"/>
              <a:ext cx="7679918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686598" y="3333357"/>
            <a:ext cx="3845148" cy="328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8"/>
              </a:lnSpc>
            </a:pPr>
            <a:r>
              <a:rPr lang="en-US" sz="26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Četveroslojni model arhitekture koji razdvaja korisnički interfejs, poslovnu logiku, domenske modele i infrastrukturu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598" y="945947"/>
            <a:ext cx="530229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Arhitektura 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484937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258886" y="1362758"/>
            <a:ext cx="5029114" cy="1324610"/>
            <a:chOff x="0" y="0"/>
            <a:chExt cx="6705485" cy="176614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85201" y="386080"/>
              <a:ext cx="4509906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Prikaz podataka i slanje zahtjeva ka aplikativnom sloju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UI Layer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58886" y="3201718"/>
            <a:ext cx="5029114" cy="972185"/>
            <a:chOff x="0" y="0"/>
            <a:chExt cx="6705485" cy="12962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985201" y="386080"/>
              <a:ext cx="4509906" cy="91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Poslovna logika; servisi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Application Layer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58886" y="4688253"/>
            <a:ext cx="5029114" cy="619760"/>
            <a:chOff x="0" y="0"/>
            <a:chExt cx="6705485" cy="82634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985201" y="386080"/>
              <a:ext cx="4509906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Ključni domeni objekti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Domain Layer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58886" y="5822364"/>
            <a:ext cx="5029114" cy="1324610"/>
            <a:chOff x="0" y="0"/>
            <a:chExt cx="6705485" cy="176614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985201" y="386080"/>
              <a:ext cx="4509906" cy="138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Repozitorijum i text fajl; čuvanje i čitanje informacija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Infrastructure Layer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58886" y="7661324"/>
            <a:ext cx="5029114" cy="972185"/>
            <a:chOff x="0" y="0"/>
            <a:chExt cx="6705485" cy="129624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985201" y="386080"/>
              <a:ext cx="4509906" cy="91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0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Slanje email/push obavještenja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386080"/>
              <a:ext cx="623561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05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44043" y="-47625"/>
              <a:ext cx="576144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Eksterni Notifikacioni servis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86598" y="8226174"/>
            <a:ext cx="5009772" cy="77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Arhitektura od vrha ka dnu</a:t>
            </a:r>
          </a:p>
          <a:p>
            <a:pPr algn="l">
              <a:lnSpc>
                <a:spcPts val="316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9248" y="4075529"/>
            <a:ext cx="9288690" cy="8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1"/>
              </a:lnSpc>
            </a:pPr>
            <a:r>
              <a:rPr lang="en-US" sz="7489" spc="-59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Hvala Vam na pažnji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585133" y="9339262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DAG50PoAihg</dc:identifier>
  <dcterms:modified xsi:type="dcterms:W3CDTF">2011-08-01T06:04:30Z</dcterms:modified>
  <cp:revision>1</cp:revision>
  <dc:title>Univerzitet Singidunum | 28/11/2025</dc:title>
</cp:coreProperties>
</file>